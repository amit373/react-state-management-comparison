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457200"/>
            <a:ext cx="2011680" cy="2011680"/>
          </a:xfrm>
          <a:prstGeom prst="ellipse">
            <a:avLst/>
          </a:prstGeom>
          <a:solidFill>
            <a:srgbClr val="764BA2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754880"/>
            <a:ext cx="1188720" cy="1188720"/>
          </a:xfrm>
          <a:prstGeom prst="ellipse">
            <a:avLst/>
          </a:prstGeom>
          <a:solidFill>
            <a:srgbClr val="764BA2">
              <a:alpha val="6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2880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React State Management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</a:rPr>
              <a:t>Complete Comparison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7 Solutions • CRUD Apps • Real-World Examples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✓ Full CRUD Operations  ✓ Optimistic Updates  ✓ TypeScript  ✓ Dark Mode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2179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React State Management Complete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Project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67EEA"/>
                </a:solidFill>
              </a:rPr>
              <a:t>What We Built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3931920" cy="5166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</a:rPr>
              <a:t>• 7 independent React + TypeScript apps</a:t>
            </a:r>
            <a:endParaRPr lang="en-US" sz="1400" dirty="0"/>
          </a:p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</a:rPr>
              <a:t>• Each implements full CRUD operations</a:t>
            </a:r>
            <a:endParaRPr lang="en-US" sz="1400" dirty="0"/>
          </a:p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</a:rPr>
              <a:t>• All use JSONPlaceholder API</a:t>
            </a:r>
            <a:endParaRPr lang="en-US" sz="1400" dirty="0"/>
          </a:p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</a:rPr>
              <a:t>• Same features, different state management</a:t>
            </a:r>
            <a:endParaRPr lang="en-US" sz="1400" dirty="0"/>
          </a:p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</a:rPr>
              <a:t>• Optimistic UI updates</a:t>
            </a:r>
            <a:endParaRPr lang="en-US" sz="1400" dirty="0"/>
          </a:p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</a:rPr>
              <a:t>• Dark mode support</a:t>
            </a:r>
            <a:endParaRPr lang="en-US" sz="1400" dirty="0"/>
          </a:p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</a:rPr>
              <a:t>• Responsive design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846320" y="8686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67EEA"/>
                </a:solidFill>
              </a:rPr>
              <a:t>Solutions Compared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846320" y="1417320"/>
            <a:ext cx="3840480" cy="5166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</a:rPr>
              <a:t>• React State + Props</a:t>
            </a:r>
            <a:endParaRPr lang="en-US" sz="1400" dirty="0"/>
          </a:p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</a:rPr>
              <a:t>• Context API</a:t>
            </a:r>
            <a:endParaRPr lang="en-US" sz="1400" dirty="0"/>
          </a:p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</a:rPr>
              <a:t>• Redux Toolkit</a:t>
            </a:r>
            <a:endParaRPr lang="en-US" sz="1400" dirty="0"/>
          </a:p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</a:rPr>
              <a:t>• RTK Query</a:t>
            </a:r>
            <a:endParaRPr lang="en-US" sz="1400" dirty="0"/>
          </a:p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</a:rPr>
              <a:t>• Zustand</a:t>
            </a:r>
            <a:endParaRPr lang="en-US" sz="1400" dirty="0"/>
          </a:p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</a:rPr>
              <a:t>• Recoil</a:t>
            </a:r>
            <a:endParaRPr lang="en-US" sz="1400" dirty="0"/>
          </a:p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</a:rPr>
              <a:t>• Jotai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React State + Props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3840480" cy="571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05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67EEA"/>
                </a:solidFill>
              </a:rPr>
              <a:t>Metrics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Boilerplate: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017520" y="15087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Low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Learning Curve: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17520" y="2468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Easy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429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API Handling: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17520" y="3429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Manual Fetching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4389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Scalability: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17520" y="4389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Low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5349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Performance: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17520" y="5349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Good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868680"/>
            <a:ext cx="3840480" cy="571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1005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67EEA"/>
                </a:solidFill>
              </a:rPr>
              <a:t>Best Use Case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029200" y="15087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Small components / beginners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0" y="26060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67EEA"/>
                </a:solidFill>
              </a:rPr>
              <a:t>Key Characteristics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029200" y="3154680"/>
            <a:ext cx="347472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</a:rPr>
              <a:t>• Built-in React hooks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</a:rPr>
              <a:t>• No external dependencies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</a:rPr>
              <a:t>• Simple for small apps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</a:rPr>
              <a:t>• Prop drilling issues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Context API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3840480" cy="571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05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67EEA"/>
                </a:solidFill>
              </a:rPr>
              <a:t>Metrics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Boilerplate: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017520" y="15087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Low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Learning Curve: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17520" y="2468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Easy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429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API Handling: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17520" y="3429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Manual Fetching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4389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Scalability: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17520" y="4389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Medium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5349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Performance: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17520" y="5349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Good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868680"/>
            <a:ext cx="3840480" cy="571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1005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67EEA"/>
                </a:solidFill>
              </a:rPr>
              <a:t>Best Use Case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029200" y="15087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Small to medium apps / avoiding prop drilling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0" y="26060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67EEA"/>
                </a:solidFill>
              </a:rPr>
              <a:t>Key Characteristics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029200" y="3154680"/>
            <a:ext cx="347472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</a:rPr>
              <a:t>• Built-in React feature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</a:rPr>
              <a:t>• Avoids prop drilling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</a:rPr>
              <a:t>• Easy to learn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</a:rPr>
              <a:t>• Performance concerns at scale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Redux Toolkit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3840480" cy="571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05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67EEA"/>
                </a:solidFill>
              </a:rPr>
              <a:t>Metrics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Boilerplate: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017520" y="15087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Medium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Learning Curve: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17520" y="2468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Moderate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429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API Handling: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17520" y="3429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Manual Fetching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4389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Scalability: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17520" y="4389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High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5349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Performance: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17520" y="5349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Excellent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868680"/>
            <a:ext cx="3840480" cy="571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1005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67EEA"/>
                </a:solidFill>
              </a:rPr>
              <a:t>Best Use Case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029200" y="15087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Large apps / complex state / team projects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0" y="26060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67EEA"/>
                </a:solidFill>
              </a:rPr>
              <a:t>Key Characteristics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029200" y="3154680"/>
            <a:ext cx="347472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</a:rPr>
              <a:t>• Industry standard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</a:rPr>
              <a:t>• Excellent DevTools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</a:rPr>
              <a:t>• Time-travel debugging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</a:rPr>
              <a:t>• More boilerplate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RTK Query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3840480" cy="571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05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67EEA"/>
                </a:solidFill>
              </a:rPr>
              <a:t>Metrics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Boilerplate: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017520" y="15087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Medium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Learning Curve: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17520" y="2468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Moderate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429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API Handling: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17520" y="3429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Built-in Caching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4389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Scalability: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17520" y="4389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High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5349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Performance: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17520" y="5349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Excellent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868680"/>
            <a:ext cx="3840480" cy="571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1005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67EEA"/>
                </a:solidFill>
              </a:rPr>
              <a:t>Best Use Case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029200" y="15087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API-heavy apps / data fetching / caching needs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0" y="26060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67EEA"/>
                </a:solidFill>
              </a:rPr>
              <a:t>Key Characteristics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029200" y="3154680"/>
            <a:ext cx="347472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</a:rPr>
              <a:t>• Built-in caching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</a:rPr>
              <a:t>• Auto refetching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</a:rPr>
              <a:t>• Request deduplication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</a:rPr>
              <a:t>• Perfect for APIs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Zustand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3840480" cy="571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05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67EEA"/>
                </a:solidFill>
              </a:rPr>
              <a:t>Metrics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Boilerplate: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017520" y="15087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Low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Learning Curve: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17520" y="2468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Easy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429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API Handling: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17520" y="3429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Manual Fetching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4389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Scalability: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17520" y="4389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Medium-High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5349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Performance: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17520" y="5349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Excellent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868680"/>
            <a:ext cx="3840480" cy="571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1005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67EEA"/>
                </a:solidFill>
              </a:rPr>
              <a:t>Best Use Case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029200" y="15087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Medium apps / minimal boilerplate / simplicity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0" y="26060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67EEA"/>
                </a:solidFill>
              </a:rPr>
              <a:t>Key Characteristics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029200" y="3154680"/>
            <a:ext cx="347472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</a:rPr>
              <a:t>• Minimal boilerplate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</a:rPr>
              <a:t>• Simple API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</a:rPr>
              <a:t>• Great performance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</a:rPr>
              <a:t>• Lightweight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Recoil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3840480" cy="571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05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67EEA"/>
                </a:solidFill>
              </a:rPr>
              <a:t>Metrics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Boilerplate: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017520" y="15087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Low-Medium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Learning Curve: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17520" y="2468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Moderate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429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API Handling: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17520" y="3429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Manual Fetching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4389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Scalability: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17520" y="4389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High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5349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Performance: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17520" y="5349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Excellent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868680"/>
            <a:ext cx="3840480" cy="571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1005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67EEA"/>
                </a:solidFill>
              </a:rPr>
              <a:t>Best Use Case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029200" y="15087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React-focused apps / atomic state / Facebook ecosystem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0" y="26060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67EEA"/>
                </a:solidFill>
              </a:rPr>
              <a:t>Key Characteristics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029200" y="3154680"/>
            <a:ext cx="347472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</a:rPr>
              <a:t>• Atomic state model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</a:rPr>
              <a:t>• Facebook/Meta backed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</a:rPr>
              <a:t>• React-focused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</a:rPr>
              <a:t>• Fine-grained updates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Jotai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3840480" cy="571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05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67EEA"/>
                </a:solidFill>
              </a:rPr>
              <a:t>Metrics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Boilerplate: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017520" y="15087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Low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Learning Curve: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17520" y="2468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Easy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429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API Handling: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17520" y="3429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Manual Fetching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4389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Scalability: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17520" y="4389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Medium-High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5349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Performance: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17520" y="5349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Excellent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868680"/>
            <a:ext cx="3840480" cy="571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1005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67EEA"/>
                </a:solidFill>
              </a:rPr>
              <a:t>Best Use Case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029200" y="15087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Modern React apps / atomic state / minimal API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0" y="26060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67EEA"/>
                </a:solidFill>
              </a:rPr>
              <a:t>Key Characteristics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029200" y="3154680"/>
            <a:ext cx="347472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</a:rPr>
              <a:t>• Atomic primitives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</a:rPr>
              <a:t>• Minimal API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</a:rPr>
              <a:t>• Great DX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</a:rPr>
              <a:t>• Modern approach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Complete Comparison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5715000"/>
        </p:xfrm>
        <a:graphic>
          <a:graphicData uri="http://schemas.openxmlformats.org/drawingml/2006/table">
            <a:tbl>
              <a:tblPr/>
              <a:tblGrid>
                <a:gridCol w="2011680"/>
                <a:gridCol w="1188720"/>
                <a:gridCol w="1188720"/>
                <a:gridCol w="1463040"/>
                <a:gridCol w="1280160"/>
                <a:gridCol w="1280160"/>
              </a:tblGrid>
              <a:tr h="7143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Solution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Boilerplate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Learning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API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Scalability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Performance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7EEA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React State + Props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Low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Easy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Manual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Low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Good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43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Context API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Low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Easy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Manual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Medium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Good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43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Redux Toolkit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Medium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Moderate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Manual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Excellent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43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RTK Query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Medium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Moderate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Built-in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Excellent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43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Zustand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Low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Easy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Manual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Medium-High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Excellent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43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Recoil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Low-Medium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Moderate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Manual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Excellent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43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Jotai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Low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Easy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Manual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Medium-High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Excellent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Recommendations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67EEA"/>
                </a:solidFill>
              </a:rPr>
              <a:t>Choose Based on Your Needs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023360" cy="1661160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087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🚀 For Beginners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874520"/>
            <a:ext cx="3749040" cy="1112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React State + Props or Context API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Start simple, learn fundamentals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169920"/>
            <a:ext cx="4023360" cy="1661160"/>
          </a:xfrm>
          <a:prstGeom prst="roundRect">
            <a:avLst/>
          </a:prstGeom>
          <a:solidFill>
            <a:srgbClr val="667EEA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32613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⚡ For Performance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4360" y="3627120"/>
            <a:ext cx="3749040" cy="1112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Zustand, Jotai, or Recoil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Excellent performance with low boilerplate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4922520"/>
            <a:ext cx="4023360" cy="1661160"/>
          </a:xfrm>
          <a:prstGeom prst="roundRect">
            <a:avLst/>
          </a:prstGeom>
          <a:solidFill>
            <a:srgbClr val="764BA2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50139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🏢 For Large Teams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4360" y="5379720"/>
            <a:ext cx="3749040" cy="1112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Redux Toolkit or RTK Query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Industry standard, great tooling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1417320"/>
            <a:ext cx="4023360" cy="166116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5087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📡 For API-Heavy Apps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00600" y="1874520"/>
            <a:ext cx="3749040" cy="1112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RTK Query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Built-in caching and data fetching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3169920"/>
            <a:ext cx="4023360" cy="1661160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32613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🎯 Best Overall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800600" y="3627120"/>
            <a:ext cx="3749040" cy="1112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Zustand or Jotai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Great balance of simplicity and power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457200"/>
            <a:ext cx="1188720" cy="1188720"/>
          </a:xfrm>
          <a:prstGeom prst="ellipse">
            <a:avLst/>
          </a:prstGeom>
          <a:solidFill>
            <a:srgbClr val="764BA2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Key Takeaways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097280" y="2377440"/>
            <a:ext cx="69494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</a:rPr>
              <a:t>• No one-size-fits-all solution</a:t>
            </a:r>
            <a:endParaRPr lang="en-US" sz="2000" dirty="0"/>
          </a:p>
          <a:p>
            <a:pPr algn="l" marL="342900" indent="-342900"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</a:rPr>
              <a:t>• Choose based on project size and team</a:t>
            </a:r>
            <a:endParaRPr lang="en-US" sz="2000" dirty="0"/>
          </a:p>
          <a:p>
            <a:pPr algn="l" marL="342900" indent="-342900"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</a:rPr>
              <a:t>• Modern solutions (Zustand, Jotai) offer great DX</a:t>
            </a:r>
            <a:endParaRPr lang="en-US" sz="2000" dirty="0"/>
          </a:p>
          <a:p>
            <a:pPr algn="l" marL="342900" indent="-342900"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</a:rPr>
              <a:t>• Redux Toolkit remains the enterprise standard</a:t>
            </a:r>
            <a:endParaRPr lang="en-US" sz="2000" dirty="0"/>
          </a:p>
          <a:p>
            <a:pPr algn="l" marL="342900" indent="-342900"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</a:rPr>
              <a:t>• Start simple, scale as needed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React State Management Complete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React State Management Complete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React State Management Solutions Comparison</dc:title>
  <dc:subject>Complete comparison of 7 React state management libraries</dc:subject>
  <dc:creator>React State Management Comparison</dc:creator>
  <cp:lastModifiedBy>React State Management Comparison</cp:lastModifiedBy>
  <cp:revision>1.0</cp:revision>
  <dcterms:created xsi:type="dcterms:W3CDTF">2025-11-29T12:04:25Z</dcterms:created>
  <dcterms:modified xsi:type="dcterms:W3CDTF">2025-11-29T12:04:25Z</dcterms:modified>
</cp:coreProperties>
</file>